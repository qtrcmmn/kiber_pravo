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49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112C7CB-4FF9-BBA0-2AF2-4A0559A70F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FC10DD4-11E8-63F7-0A32-E5E2320F87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1B248-8462-42B3-874E-CDDE8D4AC6C1}" type="datetimeFigureOut">
              <a:rPr lang="ru-BY" smtClean="0"/>
              <a:t>03.05.2026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2773171-A1CD-F2F6-67C4-E8F86E0F7A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BY"/>
              <a:t>1231231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436A4C-12CA-3630-3C42-70A75BFBE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E646D-A758-49DC-BC65-91B291274BA9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6198231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45E8F-AEFF-4A21-ADC9-0D8F5FA4C895}" type="datetimeFigureOut">
              <a:rPr lang="ru-BY" smtClean="0"/>
              <a:t>03.05.2026</a:t>
            </a:fld>
            <a:endParaRPr lang="ru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BY"/>
              <a:t>1231231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C570C-A362-40E3-A678-1EE6C7931EB2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375581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09F55-566C-4E74-843A-8B600D83AED9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5736-2A93-4957-B117-EF14C149165F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F7E3-FC39-4E29-99A9-AC04286B31B8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69EC8-A6FF-4243-AE13-FCA5EE331DE7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59844-8080-40AD-9B34-F191487DA007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E247-1672-4C6F-A821-1F9DE5B0DC94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80C5B-3C6B-47F3-8704-F895C5255C4D}" type="datetime1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5EA7-0BCB-436B-AD71-AE4F698E4BE6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CF8E-7453-4693-AE4D-0F28A266D0F4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C79B-0496-4447-BC3C-D98F07A1A360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371EA-68D8-43F9-8536-7951305F8F27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98EF6-C44B-4B6B-85D1-878A77D38883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238"/>
            <a:ext cx="16256000" cy="906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41F426-80A2-BACD-A82F-530C1794F6F0}"/>
              </a:ext>
            </a:extLst>
          </p:cNvPr>
          <p:cNvSpPr txBox="1"/>
          <p:nvPr/>
        </p:nvSpPr>
        <p:spPr>
          <a:xfrm>
            <a:off x="0" y="43962"/>
            <a:ext cx="477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© Руденко А.Д. 2026 · Все права защищены · Несанкционированное копирование запрещено</a:t>
            </a:r>
            <a:endParaRPr lang="ru-BY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5FE917-DFDD-E376-3614-D766C8B1A70A}"/>
              </a:ext>
            </a:extLst>
          </p:cNvPr>
          <p:cNvSpPr txBox="1"/>
          <p:nvPr/>
        </p:nvSpPr>
        <p:spPr>
          <a:xfrm>
            <a:off x="0" y="43962"/>
            <a:ext cx="477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© Руденко А.Д. 2026 · Все права защищены · Несанкционированное копирование запрещено</a:t>
            </a:r>
            <a:endParaRPr lang="ru-BY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E1CF2F-5690-059D-B9F0-AFEF5DCBC8E3}"/>
              </a:ext>
            </a:extLst>
          </p:cNvPr>
          <p:cNvSpPr txBox="1"/>
          <p:nvPr/>
        </p:nvSpPr>
        <p:spPr>
          <a:xfrm>
            <a:off x="0" y="43962"/>
            <a:ext cx="477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© Руденко А.Д. 2026 · Все права защищены · Несанкционированное копирование запрещено</a:t>
            </a:r>
            <a:endParaRPr lang="ru-BY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BA39CE-8208-E205-AEC4-481A700A1CA6}"/>
              </a:ext>
            </a:extLst>
          </p:cNvPr>
          <p:cNvSpPr txBox="1"/>
          <p:nvPr/>
        </p:nvSpPr>
        <p:spPr>
          <a:xfrm>
            <a:off x="0" y="43962"/>
            <a:ext cx="477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© Руденко А.Д. 2026 · Все права защищены · Несанкционированное копирование запрещено</a:t>
            </a:r>
            <a:endParaRPr lang="ru-BY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00D8BF-9597-6023-103C-EFB2988919A3}"/>
              </a:ext>
            </a:extLst>
          </p:cNvPr>
          <p:cNvSpPr txBox="1"/>
          <p:nvPr/>
        </p:nvSpPr>
        <p:spPr>
          <a:xfrm>
            <a:off x="0" y="43962"/>
            <a:ext cx="477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© Руденко А.Д. 2026 · Все права защищены · Несанкционированное копирование запрещено</a:t>
            </a:r>
            <a:endParaRPr lang="ru-BY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BB7357-EAB9-3161-5D09-7D6DB1CECDB8}"/>
              </a:ext>
            </a:extLst>
          </p:cNvPr>
          <p:cNvSpPr txBox="1"/>
          <p:nvPr/>
        </p:nvSpPr>
        <p:spPr>
          <a:xfrm>
            <a:off x="0" y="43962"/>
            <a:ext cx="477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© Руденко А.Д. 2026 · Все права защищены · Несанкционированное копирование запрещено</a:t>
            </a:r>
            <a:endParaRPr lang="ru-BY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09E189-7CD6-CE3A-BF13-A70E70025C14}"/>
              </a:ext>
            </a:extLst>
          </p:cNvPr>
          <p:cNvSpPr txBox="1"/>
          <p:nvPr/>
        </p:nvSpPr>
        <p:spPr>
          <a:xfrm>
            <a:off x="0" y="43962"/>
            <a:ext cx="477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© Руденко А.Д. 2026 · Все права защищены · Несанкционированное копирование запрещено</a:t>
            </a:r>
            <a:endParaRPr lang="ru-BY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E28ED0-7BE3-39DB-ED69-BA71B216BB33}"/>
              </a:ext>
            </a:extLst>
          </p:cNvPr>
          <p:cNvSpPr txBox="1"/>
          <p:nvPr/>
        </p:nvSpPr>
        <p:spPr>
          <a:xfrm>
            <a:off x="0" y="43962"/>
            <a:ext cx="477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© Руденко А.Д. 2026 · Все права защищены · Несанкционированное копирование запрещено</a:t>
            </a:r>
            <a:endParaRPr lang="ru-BY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D72AFA-2C15-3267-8D5F-CE865B47DAD3}"/>
              </a:ext>
            </a:extLst>
          </p:cNvPr>
          <p:cNvSpPr txBox="1"/>
          <p:nvPr/>
        </p:nvSpPr>
        <p:spPr>
          <a:xfrm>
            <a:off x="0" y="43962"/>
            <a:ext cx="477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© Руденко А.Д. 2026 · Все права защищены · Несанкционированное копирование запрещено</a:t>
            </a:r>
            <a:endParaRPr lang="ru-BY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689258-4C62-4DCF-EA09-03A682E213B6}"/>
              </a:ext>
            </a:extLst>
          </p:cNvPr>
          <p:cNvSpPr txBox="1"/>
          <p:nvPr/>
        </p:nvSpPr>
        <p:spPr>
          <a:xfrm>
            <a:off x="0" y="43962"/>
            <a:ext cx="477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© Руденко А.Д. 2026 · Все права защищены · Несанкционированное копирование запрещено</a:t>
            </a:r>
            <a:endParaRPr lang="ru-BY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921B28-8480-D449-A5A7-905319F3FC16}"/>
              </a:ext>
            </a:extLst>
          </p:cNvPr>
          <p:cNvSpPr txBox="1"/>
          <p:nvPr/>
        </p:nvSpPr>
        <p:spPr>
          <a:xfrm>
            <a:off x="0" y="43962"/>
            <a:ext cx="477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© Руденко А.Д. 2026 · Все права защищены · Несанкционированное копирование запрещено</a:t>
            </a:r>
            <a:endParaRPr lang="ru-BY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165</Words>
  <Application>Microsoft Office PowerPoint</Application>
  <PresentationFormat>Произвольный</PresentationFormat>
  <Paragraphs>11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Арсений Руденко</cp:lastModifiedBy>
  <cp:revision>2</cp:revision>
  <dcterms:created xsi:type="dcterms:W3CDTF">2006-08-16T00:00:00Z</dcterms:created>
  <dcterms:modified xsi:type="dcterms:W3CDTF">2026-05-03T15:48:28Z</dcterms:modified>
</cp:coreProperties>
</file>